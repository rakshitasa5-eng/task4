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7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43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62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00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26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18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94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2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9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78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1050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42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9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100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684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79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52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6078" y="1460092"/>
            <a:ext cx="5879690" cy="3329581"/>
          </a:xfrm>
        </p:spPr>
        <p:txBody>
          <a:bodyPr/>
          <a:lstStyle/>
          <a:p>
            <a:r>
              <a:rPr dirty="0"/>
              <a:t>Apple Stock Analysis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project analyzes Apple's stock data over multiple years.</a:t>
            </a:r>
          </a:p>
          <a:p>
            <a:r>
              <a:t>• Dashboard includes KPIs, trends, volume insights, and comparisons.</a:t>
            </a:r>
          </a:p>
          <a:p>
            <a:r>
              <a:t>• Visuals created in Power BI using date hierarchy, slicers, charts, and cards.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Sum of Close Price: 270.54K</a:t>
            </a:r>
          </a:p>
          <a:p>
            <a:r>
              <a:t>• Average Volume: 315.43M</a:t>
            </a:r>
          </a:p>
          <a:p>
            <a:r>
              <a:t>• Average Close Price: 24.36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Trend: Close Price by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Shows long‑term growth of Apple stock price.</a:t>
            </a:r>
          </a:p>
          <a:p>
            <a:r>
              <a:t>• Noticeable spike after 2020.</a:t>
            </a:r>
          </a:p>
          <a:p>
            <a:r>
              <a:t>• Indicates strong market performance and investor confidence.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 of Records by Month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Uniform distribution of stock data across months.</a:t>
            </a:r>
          </a:p>
          <a:p>
            <a:r>
              <a:t>• Ensures stable time‑series analysis.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vs Close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Bar chart shows comparison between Open and Close values.</a:t>
            </a:r>
          </a:p>
          <a:p>
            <a:r>
              <a:t>• Useful for identifying volatility and trading behavior.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Slicer and Filters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Date Range Slicer (1980 – 2025)</a:t>
            </a:r>
          </a:p>
          <a:p>
            <a:r>
              <a:t>• Day Filter (Drop‑down)</a:t>
            </a:r>
          </a:p>
          <a:p>
            <a:r>
              <a:t>• Helps refine the dashboard for detailed analysis.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Represents Sum of High, Low, Open, and Close.</a:t>
            </a:r>
          </a:p>
          <a:p>
            <a:r>
              <a:t>• Each metric contributes almost equally.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Apple stock shows long‑term growth potential.</a:t>
            </a:r>
          </a:p>
          <a:p>
            <a:r>
              <a:t>• Dashboard helps understand performance using KPIs and trends.</a:t>
            </a:r>
          </a:p>
          <a:p>
            <a:r>
              <a:t>• Useful for data analysis and visualization learning.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226" y="629698"/>
            <a:ext cx="5041019" cy="864805"/>
          </a:xfrm>
        </p:spPr>
        <p:txBody>
          <a:bodyPr/>
          <a:lstStyle/>
          <a:p>
            <a:r>
              <a:rPr lang="en-IN" sz="5400" dirty="0">
                <a:latin typeface="Arial Black" panose="020B0A04020102020204" pitchFamily="34" charset="0"/>
              </a:rPr>
              <a:t>DASHBOARD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2731E-9A8F-CD0F-DC1B-03C41F983D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25" t="19364" r="22473" b="12677"/>
          <a:stretch>
            <a:fillRect/>
          </a:stretch>
        </p:blipFill>
        <p:spPr>
          <a:xfrm>
            <a:off x="664775" y="2262657"/>
            <a:ext cx="7814450" cy="435445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</TotalTime>
  <Words>230</Words>
  <Application>Microsoft Office PowerPoint</Application>
  <PresentationFormat>On-screen Show (4:3)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Black</vt:lpstr>
      <vt:lpstr>Century Gothic</vt:lpstr>
      <vt:lpstr>Wingdings 3</vt:lpstr>
      <vt:lpstr>Ion</vt:lpstr>
      <vt:lpstr>Apple Stock Analysis Dashboard</vt:lpstr>
      <vt:lpstr>Project Overview</vt:lpstr>
      <vt:lpstr>Key Metrics</vt:lpstr>
      <vt:lpstr>Data Trend: Close Price by Year</vt:lpstr>
      <vt:lpstr>Count of Records by Month</vt:lpstr>
      <vt:lpstr>Open vs Close Distribution</vt:lpstr>
      <vt:lpstr>Slicer and Filters Used</vt:lpstr>
      <vt:lpstr>Pie Chart Insights</vt:lpstr>
      <vt:lpstr>Conclusion</vt:lpstr>
      <vt:lpstr>DASHBOARD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rakshita SA</cp:lastModifiedBy>
  <cp:revision>3</cp:revision>
  <dcterms:created xsi:type="dcterms:W3CDTF">2013-01-27T09:14:16Z</dcterms:created>
  <dcterms:modified xsi:type="dcterms:W3CDTF">2025-11-19T14:17:52Z</dcterms:modified>
  <cp:category/>
</cp:coreProperties>
</file>